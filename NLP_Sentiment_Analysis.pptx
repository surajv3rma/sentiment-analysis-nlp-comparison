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BA07D3-10C7-452D-87DD-71F495864327}">
  <a:tblStyle styleId="{EFBA07D3-10C7-452D-87DD-71F4958643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Evolution of NLP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1097280"/>
            <a:ext cx="1051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3C78"/>
                </a:solidFill>
                <a:latin typeface="Calibri"/>
                <a:ea typeface="Calibri"/>
                <a:cs typeface="Calibri"/>
                <a:sym typeface="Calibri"/>
              </a:rPr>
              <a:t>Comparing Three Eras of Sentiment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for: AI Consultancy Firm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Course: Natural Language Processing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by: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Suraj Verma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Recommend the best sentiment analysis solution for movie reviews.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Compared three NLP paradigms on the same dataset and same test split.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Evaluated Accuracy, Precision, Recall, F1-score and Training Time.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TF-IDF + Logistic Regression delivered the strongest overall performance.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Recommendation: Deploy Logistic Regression for this use case.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NLTK Movie Reviews (2,000 reviews)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1,000 Positive and 1,000 Negative reviews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Lowercasing, punctuation removal, number removal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Stop-word removal and tokenization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80% training / 20% testing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Same test set used across all three pipelines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1: TF-IDF → Logistic Regression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2: Embedding → BiLSTM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3: Pretrained VADER (No Training)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three pipelines evaluated on the identical test set.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Comparison</a:t>
            </a:r>
            <a:endParaRPr/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{EFBA07D3-10C7-452D-87DD-71F495864327}</a:tableStyleId>
              </a:tblPr>
              <a:tblGrid>
                <a:gridCol w="2194550"/>
                <a:gridCol w="2194550"/>
                <a:gridCol w="2194550"/>
                <a:gridCol w="2194550"/>
                <a:gridCol w="2194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Training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3C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</a:rPr>
                        <a:t>Remarks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3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~0.1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Overall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BiLSTM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61.75%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0.6222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17.16 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Compute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VADER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63.50%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0.6933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Training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 Deployment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Logistic Regression achieved the highest accuracy and F1-score.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BiLSTM required significantly more computation but underperformed on this small dataset.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VADER required no training and provided immediate predictions.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Model selection depends on dataset size, domain and deployment constraints.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5 - Question 1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the evaluation metrics and training times. Which performed best?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+ Logistic Regression performed best with ~85% accuracy, highest F1-score and minimal training time. BiLSTM required much higher computational effort with lower accuracy. VADER required no training but delivered lower accuracy than Logistic Regression.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5 - Question 2</a:t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did the pretrained model perform the way it did?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VADER was designed primarily for social media and short informal text. Movie reviews are longer, context-rich and may include sarcasm and mixed sentiment. This domain mismatch explains why VADER did not match the best-performing trained model.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5 - Question 3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evaluation metrics did you select and why?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 measures overall correctness. Precision measures reliability of positive predictions. Recall measures how many positive reviews were correctly identified. F1-score balances Precision and Recall, making it suitable for evaluating overall classification quality.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5 - Question 4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recommendation would you give the consultancy firm?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 TF-IDF + Logistic Regression because it achieved the best balance of predictive performance, training speed, computational efficiency and ease of maintenance. Use VADER when rapid deployment is needed without labelled training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Recommendation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640080" y="731520"/>
            <a:ext cx="109728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to Client: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Deploy TF-IDF + Logistic Regression for production.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BiLSTM only when substantially larger labelled datasets are available.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 VADER for rapid prototypes or applications without labelled training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Lesson: The most complex model is not always the best production model.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43C78"/>
          </a:solidFill>
          <a:ln cap="flat" cmpd="sng" w="9525">
            <a:solidFill>
              <a:srgbClr val="14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11480" y="731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b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